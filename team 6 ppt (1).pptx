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0" r:id="rId4"/>
    <p:sldId id="259" r:id="rId5"/>
    <p:sldId id="261" r:id="rId6"/>
    <p:sldId id="263" r:id="rId7"/>
    <p:sldId id="264" r:id="rId8"/>
    <p:sldId id="265" r:id="rId9"/>
    <p:sldId id="266" r:id="rId10"/>
    <p:sldId id="272" r:id="rId11"/>
    <p:sldId id="268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8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C95267-2C8C-4116-9C36-17525A1F755A}" v="24" dt="2026-02-03T04:47:08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22" autoAdjust="0"/>
    <p:restoredTop sz="94719"/>
  </p:normalViewPr>
  <p:slideViewPr>
    <p:cSldViewPr snapToGrid="0">
      <p:cViewPr varScale="1">
        <p:scale>
          <a:sx n="78" d="100"/>
          <a:sy n="78" d="100"/>
        </p:scale>
        <p:origin x="6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.kishan Kumar" userId="ed4bef264fe7539f" providerId="LiveId" clId="{2171A43C-C62C-4108-B9D6-6191D825B790}"/>
    <pc:docChg chg="undo redo custSel delSld modSld">
      <pc:chgData name="N.kishan Kumar" userId="ed4bef264fe7539f" providerId="LiveId" clId="{2171A43C-C62C-4108-B9D6-6191D825B790}" dt="2026-02-03T04:49:19.331" v="199" actId="20577"/>
      <pc:docMkLst>
        <pc:docMk/>
      </pc:docMkLst>
      <pc:sldChg chg="modSp mod">
        <pc:chgData name="N.kishan Kumar" userId="ed4bef264fe7539f" providerId="LiveId" clId="{2171A43C-C62C-4108-B9D6-6191D825B790}" dt="2026-02-03T04:28:27.034" v="127" actId="20577"/>
        <pc:sldMkLst>
          <pc:docMk/>
          <pc:sldMk cId="3907555640" sldId="257"/>
        </pc:sldMkLst>
        <pc:spChg chg="mod">
          <ac:chgData name="N.kishan Kumar" userId="ed4bef264fe7539f" providerId="LiveId" clId="{2171A43C-C62C-4108-B9D6-6191D825B790}" dt="2026-02-03T04:28:27.034" v="127" actId="20577"/>
          <ac:spMkLst>
            <pc:docMk/>
            <pc:sldMk cId="3907555640" sldId="257"/>
            <ac:spMk id="3" creationId="{E9BBC6B8-2A73-528F-DAFD-6DC29EDEA534}"/>
          </ac:spMkLst>
        </pc:spChg>
        <pc:spChg chg="mod">
          <ac:chgData name="N.kishan Kumar" userId="ed4bef264fe7539f" providerId="LiveId" clId="{2171A43C-C62C-4108-B9D6-6191D825B790}" dt="2026-02-02T09:44:24.863" v="122" actId="1076"/>
          <ac:spMkLst>
            <pc:docMk/>
            <pc:sldMk cId="3907555640" sldId="257"/>
            <ac:spMk id="4" creationId="{C79F31EB-3A47-E5C5-CC3A-0ED2239D9D4B}"/>
          </ac:spMkLst>
        </pc:spChg>
      </pc:sldChg>
      <pc:sldChg chg="modSp mod">
        <pc:chgData name="N.kishan Kumar" userId="ed4bef264fe7539f" providerId="LiveId" clId="{2171A43C-C62C-4108-B9D6-6191D825B790}" dt="2026-02-02T09:14:56.858" v="67" actId="2711"/>
        <pc:sldMkLst>
          <pc:docMk/>
          <pc:sldMk cId="2362923629" sldId="258"/>
        </pc:sldMkLst>
        <pc:spChg chg="mod">
          <ac:chgData name="N.kishan Kumar" userId="ed4bef264fe7539f" providerId="LiveId" clId="{2171A43C-C62C-4108-B9D6-6191D825B790}" dt="2026-02-02T09:14:56.858" v="67" actId="2711"/>
          <ac:spMkLst>
            <pc:docMk/>
            <pc:sldMk cId="2362923629" sldId="258"/>
            <ac:spMk id="5" creationId="{34182617-9E99-886F-A479-0A85F3870422}"/>
          </ac:spMkLst>
        </pc:spChg>
      </pc:sldChg>
      <pc:sldChg chg="addSp modSp mod">
        <pc:chgData name="N.kishan Kumar" userId="ed4bef264fe7539f" providerId="LiveId" clId="{2171A43C-C62C-4108-B9D6-6191D825B790}" dt="2026-01-29T08:57:46.388" v="27" actId="1076"/>
        <pc:sldMkLst>
          <pc:docMk/>
          <pc:sldMk cId="1813835252" sldId="265"/>
        </pc:sldMkLst>
        <pc:spChg chg="mod">
          <ac:chgData name="N.kishan Kumar" userId="ed4bef264fe7539f" providerId="LiveId" clId="{2171A43C-C62C-4108-B9D6-6191D825B790}" dt="2026-01-29T08:57:06.444" v="19" actId="1076"/>
          <ac:spMkLst>
            <pc:docMk/>
            <pc:sldMk cId="1813835252" sldId="265"/>
            <ac:spMk id="5" creationId="{F3122896-1E8F-1810-0A9D-4DA7A4032F58}"/>
          </ac:spMkLst>
        </pc:spChg>
        <pc:picChg chg="add mod">
          <ac:chgData name="N.kishan Kumar" userId="ed4bef264fe7539f" providerId="LiveId" clId="{2171A43C-C62C-4108-B9D6-6191D825B790}" dt="2026-01-29T08:57:46.388" v="27" actId="1076"/>
          <ac:picMkLst>
            <pc:docMk/>
            <pc:sldMk cId="1813835252" sldId="265"/>
            <ac:picMk id="6" creationId="{93E5244A-3ACD-B11A-DE3D-896E4EBB10F1}"/>
          </ac:picMkLst>
        </pc:picChg>
      </pc:sldChg>
      <pc:sldChg chg="addSp delSp modSp mod">
        <pc:chgData name="N.kishan Kumar" userId="ed4bef264fe7539f" providerId="LiveId" clId="{2171A43C-C62C-4108-B9D6-6191D825B790}" dt="2026-01-29T09:32:15.541" v="63"/>
        <pc:sldMkLst>
          <pc:docMk/>
          <pc:sldMk cId="2164431556" sldId="266"/>
        </pc:sldMkLst>
        <pc:spChg chg="mod">
          <ac:chgData name="N.kishan Kumar" userId="ed4bef264fe7539f" providerId="LiveId" clId="{2171A43C-C62C-4108-B9D6-6191D825B790}" dt="2026-01-29T08:58:22.062" v="29" actId="1076"/>
          <ac:spMkLst>
            <pc:docMk/>
            <pc:sldMk cId="2164431556" sldId="266"/>
            <ac:spMk id="3" creationId="{51342AEB-E897-FAC2-1978-421B6F4871E3}"/>
          </ac:spMkLst>
        </pc:spChg>
        <pc:spChg chg="add mod">
          <ac:chgData name="N.kishan Kumar" userId="ed4bef264fe7539f" providerId="LiveId" clId="{2171A43C-C62C-4108-B9D6-6191D825B790}" dt="2026-01-29T09:32:14.414" v="61" actId="113"/>
          <ac:spMkLst>
            <pc:docMk/>
            <pc:sldMk cId="2164431556" sldId="266"/>
            <ac:spMk id="4" creationId="{11431729-C8E2-F878-43F4-1027DB734108}"/>
          </ac:spMkLst>
        </pc:spChg>
        <pc:picChg chg="add mod">
          <ac:chgData name="N.kishan Kumar" userId="ed4bef264fe7539f" providerId="LiveId" clId="{2171A43C-C62C-4108-B9D6-6191D825B790}" dt="2026-01-29T09:31:18.393" v="49" actId="1076"/>
          <ac:picMkLst>
            <pc:docMk/>
            <pc:sldMk cId="2164431556" sldId="266"/>
            <ac:picMk id="6" creationId="{48F0C55F-1C2E-E879-4CD3-B0A42B400C2E}"/>
          </ac:picMkLst>
        </pc:picChg>
      </pc:sldChg>
      <pc:sldChg chg="delSp modSp mod">
        <pc:chgData name="N.kishan Kumar" userId="ed4bef264fe7539f" providerId="LiveId" clId="{2171A43C-C62C-4108-B9D6-6191D825B790}" dt="2026-02-03T04:49:19.331" v="199" actId="20577"/>
        <pc:sldMkLst>
          <pc:docMk/>
          <pc:sldMk cId="483732482" sldId="267"/>
        </pc:sldMkLst>
        <pc:spChg chg="mod">
          <ac:chgData name="N.kishan Kumar" userId="ed4bef264fe7539f" providerId="LiveId" clId="{2171A43C-C62C-4108-B9D6-6191D825B790}" dt="2026-02-03T04:47:05.296" v="163" actId="1076"/>
          <ac:spMkLst>
            <pc:docMk/>
            <pc:sldMk cId="483732482" sldId="267"/>
            <ac:spMk id="3" creationId="{806F860E-894F-D67A-F7E0-07B67B737204}"/>
          </ac:spMkLst>
        </pc:spChg>
        <pc:spChg chg="mod">
          <ac:chgData name="N.kishan Kumar" userId="ed4bef264fe7539f" providerId="LiveId" clId="{2171A43C-C62C-4108-B9D6-6191D825B790}" dt="2026-02-03T04:49:19.331" v="199" actId="20577"/>
          <ac:spMkLst>
            <pc:docMk/>
            <pc:sldMk cId="483732482" sldId="267"/>
            <ac:spMk id="5" creationId="{A7224BB3-D811-B73F-21EB-208A118786A3}"/>
          </ac:spMkLst>
        </pc:spChg>
        <pc:picChg chg="del">
          <ac:chgData name="N.kishan Kumar" userId="ed4bef264fe7539f" providerId="LiveId" clId="{2171A43C-C62C-4108-B9D6-6191D825B790}" dt="2026-02-03T04:47:01.402" v="162" actId="478"/>
          <ac:picMkLst>
            <pc:docMk/>
            <pc:sldMk cId="483732482" sldId="267"/>
            <ac:picMk id="2" creationId="{36F95A37-D4FE-619B-7C5B-95956EE4529C}"/>
          </ac:picMkLst>
        </pc:picChg>
      </pc:sldChg>
      <pc:sldChg chg="del">
        <pc:chgData name="N.kishan Kumar" userId="ed4bef264fe7539f" providerId="LiveId" clId="{2171A43C-C62C-4108-B9D6-6191D825B790}" dt="2026-02-03T03:31:17.594" v="123" actId="47"/>
        <pc:sldMkLst>
          <pc:docMk/>
          <pc:sldMk cId="3881291420" sldId="270"/>
        </pc:sldMkLst>
      </pc:sldChg>
      <pc:sldChg chg="del">
        <pc:chgData name="N.kishan Kumar" userId="ed4bef264fe7539f" providerId="LiveId" clId="{2171A43C-C62C-4108-B9D6-6191D825B790}" dt="2026-02-03T03:31:20.315" v="124" actId="47"/>
        <pc:sldMkLst>
          <pc:docMk/>
          <pc:sldMk cId="1303561899" sldId="271"/>
        </pc:sldMkLst>
      </pc:sldChg>
      <pc:sldChg chg="addSp modSp mod">
        <pc:chgData name="N.kishan Kumar" userId="ed4bef264fe7539f" providerId="LiveId" clId="{2171A43C-C62C-4108-B9D6-6191D825B790}" dt="2026-01-29T08:59:18.769" v="46" actId="1076"/>
        <pc:sldMkLst>
          <pc:docMk/>
          <pc:sldMk cId="39120235" sldId="272"/>
        </pc:sldMkLst>
        <pc:spChg chg="mod">
          <ac:chgData name="N.kishan Kumar" userId="ed4bef264fe7539f" providerId="LiveId" clId="{2171A43C-C62C-4108-B9D6-6191D825B790}" dt="2026-01-29T08:59:18.769" v="46" actId="1076"/>
          <ac:spMkLst>
            <pc:docMk/>
            <pc:sldMk cId="39120235" sldId="272"/>
            <ac:spMk id="10" creationId="{AC562B3B-E120-89CC-05A4-F8AA9FEC6C70}"/>
          </ac:spMkLst>
        </pc:spChg>
        <pc:picChg chg="add mod">
          <ac:chgData name="N.kishan Kumar" userId="ed4bef264fe7539f" providerId="LiveId" clId="{2171A43C-C62C-4108-B9D6-6191D825B790}" dt="2026-01-29T08:59:12.537" v="44" actId="14100"/>
          <ac:picMkLst>
            <pc:docMk/>
            <pc:sldMk cId="39120235" sldId="272"/>
            <ac:picMk id="5" creationId="{BC8A1ED8-7AA5-D0F3-66D1-C691CFD040EE}"/>
          </ac:picMkLst>
        </pc:picChg>
      </pc:sldChg>
      <pc:sldChg chg="del">
        <pc:chgData name="N.kishan Kumar" userId="ed4bef264fe7539f" providerId="LiveId" clId="{2171A43C-C62C-4108-B9D6-6191D825B790}" dt="2026-02-03T03:31:22.997" v="125" actId="47"/>
        <pc:sldMkLst>
          <pc:docMk/>
          <pc:sldMk cId="1673751055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E6D9E-7C86-4342-9625-397CDB8B75D6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D0CD4-EE79-4063-8D4D-ADCA70EC04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73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F91E-234A-3142-B2EF-B5938BF1A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D5722-5DDF-5C04-ECC9-93AABFEC0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B50CA-8FA4-7B63-EF16-A97C00BE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DCF23-3DB6-41E8-67C2-874795BAF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81D5A-FFA5-9D4F-0F20-47A2B8C0E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706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DAAB6-89BA-B284-7FB9-5185E2AD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8AA3F-D27F-31BC-408A-F0BC2FE2E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909EC-5CD9-9DDA-F582-7D18C3545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F0A86-A22F-5D0D-4442-9FA7B5EE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B0744-2709-29A2-0461-848B7D334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7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E6F0B-42B2-9D0B-463B-A9015103C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25409-0DFE-A6E0-F8F4-0B46481E1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3B93A-6A9A-9464-21EF-974DF2CD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C77D1-6149-EDF7-B0F5-2D8E7499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D79E6-47C1-9359-7C4A-5FB0430B0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563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FCB6-3B4E-CD86-0483-17E11ECF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BEE71-E14D-078E-927A-2E41C869CC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92598-9B77-8A65-084E-7F9294033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5F8C6-4AFA-2B01-F3B2-32B31F3A6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7A6B2-A925-28E2-ED25-AA6013C5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0F176-C771-ABDB-AE77-C19F0558A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996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BF51-EA62-7E45-9997-50E208A73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8226E-71A6-257B-0C22-90244BC3B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E3CD7-C24F-5E9C-9C93-305270409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5D725C-63C6-C879-4616-F0D5F9DD7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75E62-DB52-C8CE-2C62-F72EE875F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2373F-27B6-E79E-6578-F23F4419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F12CA4-B398-210B-3C16-30651BCBF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6E8FD-B5F3-3EFB-3038-95D9C0A2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20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85CA-7ABF-2956-9110-D5B31F684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897E65-D997-CBF8-78CD-4091BA654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1545B-40C4-8FE0-088B-9EF7FC3D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6BD8B-2C05-E1BB-7451-45CCF38A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02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9461D4-3474-418A-1D64-A2D1DEBBA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F27568-83FC-6CF4-431D-1C0ED707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FEF85-D871-6953-16DD-6F87E1BF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533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F0B3-3F30-4001-2D3B-76D28F097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2D56-5F81-32A7-D0E7-972660317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2E4E0-5B83-0073-C7A8-847DDB21F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D37EA-D55E-08FE-1F43-458C3F82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61E2C-B74B-7001-36B3-E596DE31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A13E4-2CA2-3FAE-72C4-BDE09159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2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FA2C-773A-91ED-676C-EAF98696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7CF0FD-835E-F551-464C-E20BE7F5A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4E65F-937D-EA91-56DC-F23AFCC4D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713E1-9B7B-187E-B5EC-D88F306A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7EB66-F908-CD66-F549-5BDBAB7D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F79CB-A3F2-0A8A-49B7-3737765A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27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F1A1-4C42-882E-41BA-8A1B9832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3FE16-5F6D-A32D-E388-DAD37A6D4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690A3-EC61-BC80-3350-F196DF9E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8D84A-4176-FC2B-1483-98F5E98E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30C7E-3788-711F-E7CD-B0EF9177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88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1CD29E-7CCF-F9E6-7B14-D49EFAC3D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ABA72-8362-E4BC-6424-9060DB571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EAD16-369F-5E86-3492-B32EA3E57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388A2-21E7-42DF-91EC-9D79552CB35E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7171B-836C-F881-E9BE-BA0297C80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A0BCF-5171-F5A6-B3C4-9D414931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53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06E45A-1E8A-AD74-14F0-E0444641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C95B3-D058-2DCA-403F-88A30DEEF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D2604-E97F-2AC3-B388-F35354032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388A2-21E7-42DF-91EC-9D79552CB35E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A76E-30C2-024A-A73D-BCD0B8183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DCFA0-7CDB-AD1B-70DE-D6C0B417E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6F54D-81D0-42C7-B074-0AFDC64761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82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800F405A-669F-197B-932D-A6C71C6B50A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BBC6B8-2A73-528F-DAFD-6DC29EDEA534}"/>
              </a:ext>
            </a:extLst>
          </p:cNvPr>
          <p:cNvSpPr txBox="1"/>
          <p:nvPr/>
        </p:nvSpPr>
        <p:spPr>
          <a:xfrm>
            <a:off x="7808042" y="4118021"/>
            <a:ext cx="3814916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400" b="1" dirty="0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Supervisors</a:t>
            </a:r>
            <a:endParaRPr lang="en-US" b="1" dirty="0">
              <a:solidFill>
                <a:srgbClr val="C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365125" lvl="1">
              <a:spcBef>
                <a:spcPts val="550"/>
              </a:spcBef>
            </a:pPr>
            <a:r>
              <a:rPr lang="en-US" b="1" dirty="0" err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Dr.Kumaragurubaran</a:t>
            </a:r>
            <a:endParaRPr lang="en-US" b="1" dirty="0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365125" lvl="1">
              <a:spcBef>
                <a:spcPts val="550"/>
              </a:spcBef>
            </a:pPr>
            <a:r>
              <a:rPr lang="en-US" b="1" dirty="0" err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Dr.Senthilvadivu</a:t>
            </a:r>
            <a:r>
              <a:rPr lang="en-US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Subramanian</a:t>
            </a:r>
          </a:p>
          <a:p>
            <a:pPr marL="365125" lvl="1">
              <a:spcBef>
                <a:spcPts val="550"/>
              </a:spcBef>
            </a:pPr>
            <a:r>
              <a:rPr lang="en-US" b="1" dirty="0" err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Dept.of</a:t>
            </a:r>
            <a:r>
              <a:rPr lang="en-US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CSE</a:t>
            </a:r>
          </a:p>
          <a:p>
            <a:pPr marL="365125" lvl="1">
              <a:spcBef>
                <a:spcPts val="550"/>
              </a:spcBef>
            </a:pPr>
            <a:r>
              <a:rPr lang="en-US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Saveetha School of Engineering</a:t>
            </a:r>
            <a:endParaRPr lang="en-IN" sz="1400" b="1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F31EB-3A47-E5C5-CC3A-0ED2239D9D4B}"/>
              </a:ext>
            </a:extLst>
          </p:cNvPr>
          <p:cNvSpPr txBox="1"/>
          <p:nvPr/>
        </p:nvSpPr>
        <p:spPr>
          <a:xfrm>
            <a:off x="1676400" y="4118021"/>
            <a:ext cx="392798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Presented By</a:t>
            </a:r>
          </a:p>
          <a:p>
            <a:endParaRPr lang="en-IN" sz="2000" b="1" dirty="0">
              <a:solidFill>
                <a:srgbClr val="C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N.Kishan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Kumar(192424404)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S.Tushar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Krishna Sai(192424406)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G.Vinay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Reddy(192424245)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29180-87C1-0298-0C63-6469840F1B4F}"/>
              </a:ext>
            </a:extLst>
          </p:cNvPr>
          <p:cNvSpPr txBox="1"/>
          <p:nvPr/>
        </p:nvSpPr>
        <p:spPr>
          <a:xfrm>
            <a:off x="1676400" y="3236639"/>
            <a:ext cx="8839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DSA0613-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and visualization for Data Analytics</a:t>
            </a:r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79B9A-07FC-57EE-9ECC-A2BA08CE2CED}"/>
              </a:ext>
            </a:extLst>
          </p:cNvPr>
          <p:cNvSpPr txBox="1"/>
          <p:nvPr/>
        </p:nvSpPr>
        <p:spPr>
          <a:xfrm>
            <a:off x="1755058" y="2025187"/>
            <a:ext cx="86818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and Visualization of bus fares data using R techniques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55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D00CE100-5FE1-B151-5CF5-526BB1F92FC2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B7B2AF-D5F4-D8AC-D817-B2228C2B40E6}"/>
              </a:ext>
            </a:extLst>
          </p:cNvPr>
          <p:cNvSpPr txBox="1"/>
          <p:nvPr/>
        </p:nvSpPr>
        <p:spPr>
          <a:xfrm>
            <a:off x="2875934" y="1637374"/>
            <a:ext cx="6440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RESEARCH DOMAIN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4182617-9E99-886F-A479-0A85F3870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844" y="2467409"/>
            <a:ext cx="9360310" cy="3913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helps in understanding data characteristics before further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makes complex data easier to interpret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and plots help identify trends, patterns, and anomalies in datasets.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we use R, which provides powerful tools for advanced data visualization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923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14F0E1EA-23B7-E09D-820B-7213CAD48DD5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08ADC5-E489-C88B-C2C4-55B4FCE269CF}"/>
              </a:ext>
            </a:extLst>
          </p:cNvPr>
          <p:cNvSpPr txBox="1"/>
          <p:nvPr/>
        </p:nvSpPr>
        <p:spPr>
          <a:xfrm>
            <a:off x="3972232" y="1818967"/>
            <a:ext cx="4247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7F2F93-E71F-25CA-3070-20121C164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2" y="3710212"/>
            <a:ext cx="184731" cy="718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F9BD191-2BB6-4262-C980-3EE47E0A344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37710" y="2242983"/>
            <a:ext cx="10658622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enhance data understanding using advanced visualization techniques in R.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temporal and frequency-based data using effective plots.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explore relationships among multiple variables through graphical analysis.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better data-driven decision-making using visual insights.</a:t>
            </a:r>
          </a:p>
        </p:txBody>
      </p:sp>
    </p:spTree>
    <p:extLst>
      <p:ext uri="{BB962C8B-B14F-4D97-AF65-F5344CB8AC3E}">
        <p14:creationId xmlns:p14="http://schemas.microsoft.com/office/powerpoint/2010/main" val="74986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00F4CCD1-8F56-60A3-8486-98A20C6E8470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888360-0D81-CF54-964D-DD1A800E08B7}"/>
              </a:ext>
            </a:extLst>
          </p:cNvPr>
          <p:cNvSpPr txBox="1"/>
          <p:nvPr/>
        </p:nvSpPr>
        <p:spPr>
          <a:xfrm>
            <a:off x="4227871" y="1607800"/>
            <a:ext cx="3736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A42571-3F80-ADE7-56A7-C58527F59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" y="2069465"/>
            <a:ext cx="971683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is essential for understanding the structure and behaviour of data before further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plotting techniques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visualize data more clearly and effectively.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assist in identifying trends, patterns, relationships, and anomalies in datasets.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plotting libraries enable better interpretation of complex and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3205983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BABDD5EC-5D3B-13BA-B4F9-31D9E99A6D49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FDB5F8-4860-B184-B44C-AA212B228CD9}"/>
              </a:ext>
            </a:extLst>
          </p:cNvPr>
          <p:cNvSpPr txBox="1"/>
          <p:nvPr/>
        </p:nvSpPr>
        <p:spPr>
          <a:xfrm>
            <a:off x="3210232" y="1818968"/>
            <a:ext cx="5771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D911DB-9C23-8426-4460-031148BF742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9316" y="2506756"/>
            <a:ext cx="10138117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mainly focus on basic Exploratory Data Analysis techniques.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visualizations provide limited insights for complex datasets.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offers advanced plotting libraries that support effective data exploration.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research combines uncertainty handling and multivariate visualization using R.</a:t>
            </a:r>
          </a:p>
        </p:txBody>
      </p:sp>
    </p:spTree>
    <p:extLst>
      <p:ext uri="{BB962C8B-B14F-4D97-AF65-F5344CB8AC3E}">
        <p14:creationId xmlns:p14="http://schemas.microsoft.com/office/powerpoint/2010/main" val="341317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E44B7809-CB17-7FAD-8EEE-1F6C4B5F4042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323144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AEA436-6EC9-70E3-49FB-1D210F8C4882}"/>
              </a:ext>
            </a:extLst>
          </p:cNvPr>
          <p:cNvSpPr txBox="1"/>
          <p:nvPr/>
        </p:nvSpPr>
        <p:spPr>
          <a:xfrm>
            <a:off x="2959511" y="1818968"/>
            <a:ext cx="62729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FRAMEWORK ARCHITECTURE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6542706-D1A2-2045-892A-050651929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0464" y="3757961"/>
            <a:ext cx="184731" cy="718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6ED9C5E-8D73-D7CC-EF62-37552D36279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51914" y="2629786"/>
            <a:ext cx="11240086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R to perform advanced exploratory data analysis on datasets.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first collected and preprocessed to ensure accuracy and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Transformed data is visualized using advanced R plotting libraries.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plots are generated to analyze trends, distributions, uncertainty, and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outputs help users gain insights and support effective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817319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259C789-BD20-4C23-53C4-26F96FF1AEFA}"/>
              </a:ext>
            </a:extLst>
          </p:cNvPr>
          <p:cNvSpPr/>
          <p:nvPr/>
        </p:nvSpPr>
        <p:spPr>
          <a:xfrm>
            <a:off x="5102943" y="157315"/>
            <a:ext cx="1681316" cy="46211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6FFE13-C620-C921-14A7-1769A2B692E6}"/>
              </a:ext>
            </a:extLst>
          </p:cNvPr>
          <p:cNvSpPr/>
          <p:nvPr/>
        </p:nvSpPr>
        <p:spPr>
          <a:xfrm>
            <a:off x="4711260" y="905681"/>
            <a:ext cx="2464663" cy="4621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DATASET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B3241B-1F08-C882-4508-9C907FB36501}"/>
              </a:ext>
            </a:extLst>
          </p:cNvPr>
          <p:cNvSpPr/>
          <p:nvPr/>
        </p:nvSpPr>
        <p:spPr>
          <a:xfrm>
            <a:off x="3909348" y="1606778"/>
            <a:ext cx="4068485" cy="462117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D3845C-A728-90C5-A0E8-8210A85FBE66}"/>
              </a:ext>
            </a:extLst>
          </p:cNvPr>
          <p:cNvSpPr/>
          <p:nvPr/>
        </p:nvSpPr>
        <p:spPr>
          <a:xfrm>
            <a:off x="3703710" y="2338691"/>
            <a:ext cx="4479759" cy="46211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ED3AEF-651E-9E89-BBF4-C9A5338E407C}"/>
              </a:ext>
            </a:extLst>
          </p:cNvPr>
          <p:cNvSpPr/>
          <p:nvPr/>
        </p:nvSpPr>
        <p:spPr>
          <a:xfrm>
            <a:off x="3594498" y="3029266"/>
            <a:ext cx="4845684" cy="541290"/>
          </a:xfrm>
          <a:prstGeom prst="rect">
            <a:avLst/>
          </a:prstGeom>
          <a:solidFill>
            <a:srgbClr val="C888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1:- Temporal, Frequency, and Uncertainty Visualization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5B4D74-04F0-CA4C-1AD3-3BA15B997360}"/>
              </a:ext>
            </a:extLst>
          </p:cNvPr>
          <p:cNvSpPr/>
          <p:nvPr/>
        </p:nvSpPr>
        <p:spPr>
          <a:xfrm>
            <a:off x="3011534" y="3885309"/>
            <a:ext cx="6168931" cy="54128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2:Multivariate Relationship &amp;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BFB9D-7CDC-B547-8761-8A3028C5BA77}"/>
              </a:ext>
            </a:extLst>
          </p:cNvPr>
          <p:cNvSpPr/>
          <p:nvPr/>
        </p:nvSpPr>
        <p:spPr>
          <a:xfrm>
            <a:off x="4517921" y="5535156"/>
            <a:ext cx="2998837" cy="46211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Visual Insights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CBF44D-0DC8-30CD-E1C9-D3F7BDDE5390}"/>
              </a:ext>
            </a:extLst>
          </p:cNvPr>
          <p:cNvSpPr/>
          <p:nvPr/>
        </p:nvSpPr>
        <p:spPr>
          <a:xfrm>
            <a:off x="5102937" y="6323902"/>
            <a:ext cx="1818967" cy="46211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2D8A57-D694-B8FD-235E-F0C59EDD713B}"/>
              </a:ext>
            </a:extLst>
          </p:cNvPr>
          <p:cNvSpPr txBox="1"/>
          <p:nvPr/>
        </p:nvSpPr>
        <p:spPr>
          <a:xfrm>
            <a:off x="5161930" y="627915"/>
            <a:ext cx="1563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258250-D83D-1337-870D-85C6CA155A73}"/>
              </a:ext>
            </a:extLst>
          </p:cNvPr>
          <p:cNvSpPr txBox="1"/>
          <p:nvPr/>
        </p:nvSpPr>
        <p:spPr>
          <a:xfrm>
            <a:off x="5412655" y="1313028"/>
            <a:ext cx="120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6F6E4-FC88-DF63-1202-117CB1F41697}"/>
              </a:ext>
            </a:extLst>
          </p:cNvPr>
          <p:cNvSpPr txBox="1"/>
          <p:nvPr/>
        </p:nvSpPr>
        <p:spPr>
          <a:xfrm>
            <a:off x="5257788" y="2036274"/>
            <a:ext cx="1371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0CBDC1-83A2-73B6-49D0-84E436456C16}"/>
              </a:ext>
            </a:extLst>
          </p:cNvPr>
          <p:cNvSpPr txBox="1"/>
          <p:nvPr/>
        </p:nvSpPr>
        <p:spPr>
          <a:xfrm>
            <a:off x="5341374" y="2760553"/>
            <a:ext cx="1509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8B773B-74D2-568A-F1A9-6E76F53A53F5}"/>
              </a:ext>
            </a:extLst>
          </p:cNvPr>
          <p:cNvSpPr txBox="1"/>
          <p:nvPr/>
        </p:nvSpPr>
        <p:spPr>
          <a:xfrm>
            <a:off x="5368404" y="3588580"/>
            <a:ext cx="1150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ED1EFB-259F-E2BF-BB1B-90988497DB9C}"/>
              </a:ext>
            </a:extLst>
          </p:cNvPr>
          <p:cNvSpPr txBox="1"/>
          <p:nvPr/>
        </p:nvSpPr>
        <p:spPr>
          <a:xfrm>
            <a:off x="5368404" y="4400161"/>
            <a:ext cx="1474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96F7FD-DDC4-AFF7-2D35-39D5ADD65BB7}"/>
              </a:ext>
            </a:extLst>
          </p:cNvPr>
          <p:cNvSpPr txBox="1"/>
          <p:nvPr/>
        </p:nvSpPr>
        <p:spPr>
          <a:xfrm>
            <a:off x="5397905" y="5960528"/>
            <a:ext cx="1347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</a:p>
          <a:p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8040E2-EFC8-77F4-7C13-D409181940D1}"/>
              </a:ext>
            </a:extLst>
          </p:cNvPr>
          <p:cNvSpPr/>
          <p:nvPr/>
        </p:nvSpPr>
        <p:spPr>
          <a:xfrm>
            <a:off x="3129521" y="4707447"/>
            <a:ext cx="6168931" cy="5412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3:Data Transformation, Outlier Detection, and Summary Visualization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AF1FBB-8E63-128F-77DA-B6E1571BF3D2}"/>
              </a:ext>
            </a:extLst>
          </p:cNvPr>
          <p:cNvSpPr txBox="1"/>
          <p:nvPr/>
        </p:nvSpPr>
        <p:spPr>
          <a:xfrm>
            <a:off x="2893548" y="5216292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⬇️⬇️⬇️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4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B45EEB-9FD4-9FEE-6139-29BB33F7E9D8}"/>
              </a:ext>
            </a:extLst>
          </p:cNvPr>
          <p:cNvSpPr txBox="1"/>
          <p:nvPr/>
        </p:nvSpPr>
        <p:spPr>
          <a:xfrm>
            <a:off x="2587781" y="1574009"/>
            <a:ext cx="6344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1:-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Temporal, Frequency, And Uncertainty Visualization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100;p13" descr="SSE-Computer Science and Engineering">
            <a:extLst>
              <a:ext uri="{FF2B5EF4-FFF2-40B4-BE49-F238E27FC236}">
                <a16:creationId xmlns:a16="http://schemas.microsoft.com/office/drawing/2014/main" id="{F748E41D-208B-F4E0-77A3-021807DCF8E3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3122896-1E8F-1810-0A9D-4DA7A4032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17" y="2605171"/>
            <a:ext cx="7497565" cy="2934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Analyzes how data changes over time using line plots.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most frequent values using bar charts.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Studies variation and uncertainty in data using histograms.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overall trends and patterns in the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E5244A-3ACD-B11A-DE3D-896E4EBB1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982" y="2605171"/>
            <a:ext cx="3893575" cy="315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35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58FBC538-EB18-EE74-235A-F1AF43EFD2DC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342AEB-E897-FAC2-1978-421B6F4871E3}"/>
              </a:ext>
            </a:extLst>
          </p:cNvPr>
          <p:cNvSpPr txBox="1"/>
          <p:nvPr/>
        </p:nvSpPr>
        <p:spPr>
          <a:xfrm>
            <a:off x="2753031" y="1497868"/>
            <a:ext cx="6685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Multivariate Relationship And Distribution Analysis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F0C55F-1C2E-E879-4CD3-B0A42B400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760" y="2570940"/>
            <a:ext cx="3086531" cy="345874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1431729-C8E2-F878-43F4-1027DB734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97" y="2315156"/>
            <a:ext cx="804286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helps in understanding patterns, trends, and structure of Indian bus fare data using visual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are used to examine relationships between fare, travel distance, and journey duration, helping identify positive or negative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Box plots compare fare distributions across different categories and highlight median values, spread, and outliers.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correlation matrix identifies the strength and direction of relationships among numerical variables influencing bus fare.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visual insights support efficient query processing, better pricing decisions, and improved transportation planning.</a:t>
            </a:r>
          </a:p>
        </p:txBody>
      </p:sp>
    </p:spTree>
    <p:extLst>
      <p:ext uri="{BB962C8B-B14F-4D97-AF65-F5344CB8AC3E}">
        <p14:creationId xmlns:p14="http://schemas.microsoft.com/office/powerpoint/2010/main" val="2164431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B47186AD-7A0C-7B92-A1A1-3DF78C638F46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732F4D-BCF7-603F-8794-10B000693524}"/>
              </a:ext>
            </a:extLst>
          </p:cNvPr>
          <p:cNvSpPr txBox="1"/>
          <p:nvPr/>
        </p:nvSpPr>
        <p:spPr>
          <a:xfrm>
            <a:off x="2715173" y="1574969"/>
            <a:ext cx="7094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 Transformation, Outlier Detection, and Summary Visualization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C562B3B-E120-89CC-05A4-F8AA9FEC6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843" y="2405966"/>
            <a:ext cx="6834512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Transforms raw data into a clean and usable format using scaling and normalization.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unusual or extreme values in the dataset using outlier detection methods.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Summarizes data using visual tools like box plots and summary charts.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understanding the overall distribution, spread, and key characteristics of the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A1ED8-7AA5-D0F3-66D1-C691CFD04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671" y="2537022"/>
            <a:ext cx="4434350" cy="34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09EB6CF8-45AF-D5F3-EE7E-223732F38C48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8E5EDF-1370-4DB8-16D1-8254E762B5B2}"/>
              </a:ext>
            </a:extLst>
          </p:cNvPr>
          <p:cNvSpPr txBox="1"/>
          <p:nvPr/>
        </p:nvSpPr>
        <p:spPr>
          <a:xfrm>
            <a:off x="4277032" y="1439058"/>
            <a:ext cx="3637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B69EC-E241-EFDF-DD7F-5C000BE49FA2}"/>
              </a:ext>
            </a:extLst>
          </p:cNvPr>
          <p:cNvSpPr txBox="1"/>
          <p:nvPr/>
        </p:nvSpPr>
        <p:spPr>
          <a:xfrm>
            <a:off x="1301544" y="1993741"/>
            <a:ext cx="9588911" cy="489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helps in understanding data clearly before processing queries.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visualizations make trends, patterns, and variations easy to identify.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 improves insight by showing relationships between variables.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and Matplotlib together provide an effective solution for data analysis.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1776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6F860E-894F-D67A-F7E0-07B67B737204}"/>
              </a:ext>
            </a:extLst>
          </p:cNvPr>
          <p:cNvSpPr txBox="1"/>
          <p:nvPr/>
        </p:nvSpPr>
        <p:spPr>
          <a:xfrm>
            <a:off x="4640826" y="166635"/>
            <a:ext cx="2910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7224BB3-D811-B73F-21EB-208A11878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20" y="951005"/>
            <a:ext cx="10977716" cy="5218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Xia, “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BRPVis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Visual Analytics for Bus Route Planning Based on …,” Computer Society Magazine, 2024. :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[oaicite:7]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González, V. Aprigliano, S.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Seriani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Á. Peña, “Analyzing Public Transport Wait Times and Identifying Most Affected Users,” Appl. Sci., vol. 15, no. 11, 2025. :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Hassan et al., “Assessing Public Transit Network Efficiency and Accessibility in Johor Bahru and Penang, Malaysia: A Data-Driven Approach,” 2025. :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Wauyo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Bwiza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Murara, E. Mugume, and E.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Umuhoza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“Towards Fairer Public Transit: Real-Time Tensor-Based Multimodal Fare Evasion and Fraud Detection,”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: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[oaicite:10]{index=10}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Rashvand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Sadat Hosseini, M.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Azarbayjani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Tabkhi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“Real-Time Bus Departure Prediction Using Neural Networks for Smart IoT Public Bus Transit,” 2025. :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Borges, A. M. Peixoto, T. H. Silva, A.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Munaretto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R. Luders, “Towards Spatiotemporal Integration of Bus Transit with Data-Driven Approaches,” 2024. :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N. D. Abhinav et al., “Exploratory Data Analysis (EDA) and Data Visualization,” IJIREEICE, June 2024. :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1600" b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732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3" descr="SSE-Computer Science and Engineering">
            <a:extLst>
              <a:ext uri="{FF2B5EF4-FFF2-40B4-BE49-F238E27FC236}">
                <a16:creationId xmlns:a16="http://schemas.microsoft.com/office/drawing/2014/main" id="{0AF48D02-085F-28FC-0B1A-1A8A57F2FC8C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476500" y="146163"/>
            <a:ext cx="7239000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2E7530-AD21-F515-CB64-89A7DBDA6642}"/>
              </a:ext>
            </a:extLst>
          </p:cNvPr>
          <p:cNvSpPr txBox="1"/>
          <p:nvPr/>
        </p:nvSpPr>
        <p:spPr>
          <a:xfrm>
            <a:off x="2930012" y="2814418"/>
            <a:ext cx="63319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0511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922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N.kishan Kumar</dc:creator>
  <cp:lastModifiedBy>N.kishan Kumar</cp:lastModifiedBy>
  <cp:revision>7</cp:revision>
  <dcterms:created xsi:type="dcterms:W3CDTF">2025-12-19T08:02:35Z</dcterms:created>
  <dcterms:modified xsi:type="dcterms:W3CDTF">2026-02-03T04:49:24Z</dcterms:modified>
</cp:coreProperties>
</file>